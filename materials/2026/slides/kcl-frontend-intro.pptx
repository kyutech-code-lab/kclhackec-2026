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17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73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5DE2-3995-DD3C-774A-A451B8A6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2A327-AD40-A5F4-EA4E-676C4C48C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CDCE8-37C8-7FCE-EBC0-2F4BBE69D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B17AB-E87F-3C0E-3C55-46FB22221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25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766E">
              <a:alpha val="25000"/>
            </a:srgbClr>
          </a:solidFill>
          <a:ln w="12700">
            <a:solidFill>
              <a:srgbClr val="0F766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KCL Hack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フロントエンド入門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FBF1"/>
                </a:solidFill>
              </a:rPr>
              <a:t>コンポーネント × Props × State で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CFBF1"/>
                </a:solidFill>
              </a:rPr>
              <a:t>KCL Shop を作ろう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今日作るもの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4A"/>
                </a:solidFill>
              </a:rPr>
              <a:t>KCL Shop を完成させる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 / 18</a:t>
            </a:r>
            <a:endParaRPr lang="en-US" sz="1000" dirty="0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665F125E-B2EE-6010-C56F-BC4AD3F7A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238" y="1451806"/>
            <a:ext cx="5777523" cy="3440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今日の流れ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5ステップで完成させる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コンポーネント分割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ショップを部品に分解する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084832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084832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084832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76272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型とデータを定義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商品データの形を決める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03904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803904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803904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95344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Props でデータを流す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95344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ContainerからCardへ渡す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31536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522976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522976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522976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14416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useState で状態管理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14416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検索欄と絞り込み機能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0608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242048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7242048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7242048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333488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useEffect で連動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33488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状態変化に反応して動く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 コンポーネント分割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ショップを「部品」に分解する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2064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なぜ分割するの？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20640" y="18745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1663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1500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再利用できる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同じCardが何枚でも使える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83464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16636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715000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修正が楽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1500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Card直せば全部に反映される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379476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16636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71500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チーム開発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15000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担当を分けて作れる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4 / 18</a:t>
            </a:r>
            <a:endParaRPr lang="en-US" sz="10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FC3F158E-D10C-923E-89E2-2D4655F27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1" y="1269638"/>
            <a:ext cx="5038969" cy="37792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  型を定義する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商品データの「約束」を先に決める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型 (type) とは？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68680" y="19751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データの「形」を定義する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商品には必ず name と price がある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145536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id は string、price は number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712464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型が合わないとエラーで教えてくれる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864608" y="1389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src/types/product.ts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Product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     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   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  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category: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stock:   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rating:  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imageUrl: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  データを用意する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型に合わせてデータを書く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9377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src/data/products.ts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src/data/products.ts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products: Product[]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      "gadget-speaker",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    "ポケットスピーカー",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price:    6800,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"ガジェット",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stock:    8,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rating:   4.4,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imageUrl: "https://...",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他の商品を追加していく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ポイント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15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型どおりに書く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251460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name: string → </a:t>
            </a:r>
            <a:r>
              <a:rPr lang="en-US" sz="1100" dirty="0" err="1">
                <a:solidFill>
                  <a:srgbClr val="6B7280"/>
                </a:solidFill>
              </a:rPr>
              <a:t>文字列</a:t>
            </a:r>
            <a:r>
              <a:rPr lang="ja-JP" altLang="en-US" sz="1100" dirty="0"/>
              <a:t>　</a:t>
            </a:r>
            <a:r>
              <a:rPr lang="en-US" sz="1100" dirty="0">
                <a:solidFill>
                  <a:srgbClr val="6B7280"/>
                </a:solidFill>
              </a:rPr>
              <a:t>price: number → 数値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92608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15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配列に並べる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352044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Product[] は「商品の配列」という型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93192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7150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4069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typecheck を通す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452628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npm run typecheck でエラー確認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Propsでデータを流す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Container → Card の流れ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200400" cy="3474720"/>
          </a:xfrm>
          <a:prstGeom prst="roundRect">
            <a:avLst>
              <a:gd name="adj" fmla="val 4286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F4A"/>
                </a:solidFill>
              </a:rPr>
              <a:t>ProductList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4F4A"/>
                </a:solidFill>
              </a:rPr>
              <a:t>(Container)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= [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商品データ配列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products.map((product) =&gt; { ... })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273552"/>
            <a:ext cx="91440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737360" y="3273552"/>
            <a:ext cx="91440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3566160" y="3017520"/>
            <a:ext cx="45720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93192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1371600"/>
            <a:ext cx="4480560" cy="3474720"/>
          </a:xfrm>
          <a:prstGeom prst="roundRect">
            <a:avLst>
              <a:gd name="adj" fmla="val 2632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297680" y="1371600"/>
            <a:ext cx="44805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407408" y="1389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src/components/ui/ProductCard.tsx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1645920"/>
            <a:ext cx="4251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Props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Product;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ProductCard(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product }: Props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&lt;img src={product.imageUrl}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&lt;span&gt;{product.name}&lt;/span&gt;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&lt;span&gt;{product.price}&lt;/span&gt;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7 / 18</a:t>
            </a:r>
            <a:endParaRPr lang="en-US" sz="1000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F3112645-6598-9E4A-ECC9-C7C6C43DC8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60" t="56983" r="55867" b="9516"/>
          <a:stretch>
            <a:fillRect/>
          </a:stretch>
        </p:blipFill>
        <p:spPr>
          <a:xfrm>
            <a:off x="1188916" y="3108960"/>
            <a:ext cx="1371208" cy="1682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Props を理解する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Props = コンポーネントへの「入力」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関数と同じイメージ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ProductCard( product )  →  &lt;article&gt;...&lt;/article&gt;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" y="2624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渡す側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渡す側 (ProductList)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key={product.id}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product={product}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2624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受け取る側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288036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受け取る側 (ProductCard)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Props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Product;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ProductCard({ product }: Props)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&lt;span&gt;{product.name}&lt;/span&gt;;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mapで一覧表示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配列 → カードの配列 に変換する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products[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'a', name: '...'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'b', name: '...'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F4A"/>
                </a:solidFill>
                <a:latin typeface="Courier New" pitchFamily="34" charset="0"/>
                <a:cs typeface="Courier New" pitchFamily="34" charset="-120"/>
              </a:rPr>
              <a:t>・・・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3063240"/>
            <a:ext cx="5486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589020" y="29569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94660" y="278892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926080" y="2816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.map()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132588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93192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&lt;ProductCard /&gt; × 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9 / 18</a:t>
            </a:r>
            <a:endParaRPr lang="en-US" sz="1000" dirty="0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B090BF7F-44A1-4F83-DA7E-43A7961B19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6" t="57274" r="55650" b="9224"/>
          <a:stretch>
            <a:fillRect/>
          </a:stretch>
        </p:blipFill>
        <p:spPr>
          <a:xfrm>
            <a:off x="4316704" y="1891089"/>
            <a:ext cx="3985311" cy="2344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map を書いてみる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products.map() でカードを並べる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697480"/>
          </a:xfrm>
          <a:prstGeom prst="roundRect">
            <a:avLst>
              <a:gd name="adj" fmla="val 339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66928" y="13441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ProductList.tsx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8001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src/components/containers/ProductList.tsx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ProductList({ products }: Props)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className="product-list"&gt;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{products.map((product) =&gt;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&lt;ProductCard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key={product.id}    // ← Reactが見分けるために必要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product={product}   // ← 1件ずつCardに渡す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66928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key={product.id}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4457700"/>
            <a:ext cx="2606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Reactが各カードを区別するために必要。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重複しないidを使おう。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41605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24428" y="40919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product={product}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6602" y="4475890"/>
            <a:ext cx="2811780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型Productの商品1件をPropsとして渡す。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ProductCardはこれを受け取って描画する。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41605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40919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.map()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475890"/>
            <a:ext cx="2331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配列の各要素を変換する。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for文より読みやすく、JSXに書ける。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  useState — 状態管理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画面が「覚えている」値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</a:rPr>
              <a:t>❌ 普通の変数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749040" cy="2057400"/>
          </a:xfrm>
          <a:prstGeom prst="roundRect">
            <a:avLst>
              <a:gd name="adj" fmla="val 4444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12648" y="1984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動かない例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searchTerm = "";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searchTerm = e.target.value;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画面は更新されない！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</a:rPr>
              <a:t>変数を変えても画面が再描画されない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</a:rPr>
              <a:t>✅ useState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92040" y="1965960"/>
            <a:ext cx="3749040" cy="2057400"/>
          </a:xfrm>
          <a:prstGeom prst="roundRect">
            <a:avLst>
              <a:gd name="adj" fmla="val 4444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892040" y="196596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001768" y="1984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動く例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24028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[searchTerm, setSearchTerm]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useState("");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setSearchTerm(e.target.value);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自動で再描画される！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setXxx() を呼ぶと画面が自動更新される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  useState — 検索欄を作る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入力値を state で管理する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src/app/page.tsx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src/app/page.tsx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[今の値, 更新関数] = useState(初期値)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[searchTerm, setSearchTerm] = useState("");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value={searchTerm}      // 今の値を表示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onChange={(e)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setSearchTerm(        // 変化したら更新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e.target.value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F766E"/>
                </a:solidFill>
              </a:rPr>
              <a:t>仕組み図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18288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62356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useState("")  →  searchTerm = ""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65176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6235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ユーザーが入力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onChange 発火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3291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5204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62356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setSearchTerm(入力値)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re-render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43434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62356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searchTerm = "新しい値"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画面が更新！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  複数の state を使う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検索 + カテゴリ絞り込み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page.tsx — 2つのstate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[searchTerm, setSearchTerm]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useState("");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[selectedCategory, setSelectedCategory]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useState("すべて");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2つのstateを合わせてfilter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filtered = filterProducts(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searchTerm,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selectedCategory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864608" y="1344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productFilters.ts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src/utils/productFilters.ts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filterProducts(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products, searchTerm, selectedCategory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products.filter((product)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matchesSearch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product.name.includes(searchTerm);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matchesCategory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selectedCategory === "すべて" ||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product.category === selectedCategory;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matchesSearch &amp;&amp; matchesCategory;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7432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searchTerm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01168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selectedCategory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74904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filterProducts()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呼び出し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filtered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Products[]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22376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画面に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表示 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  useEffect — 状態変化に反応する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「○○が変わったら△△する」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useEffect の基本構造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2286000"/>
          </a:xfrm>
          <a:prstGeom prst="roundRect">
            <a:avLst>
              <a:gd name="adj" fmla="val 400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useEffect の基本形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8183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stateが変化したときに実行したい処理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setFilteredProducts(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filterProducts(products, searchTerm, selectedCategory)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[searchTerm, selectedCategory]);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↑ この配列の値が変わったら実行される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(依存配列 / dependency array)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16052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監視する値を指定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754880"/>
            <a:ext cx="2423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依存配列 [] の中に書いた値が変わると実行される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416052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3832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86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副作用の置き場所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754880"/>
            <a:ext cx="2423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フィルタ更新・保存・APIコールなど表示以外の処理を書く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16052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[] が空の場合は?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754880"/>
            <a:ext cx="2423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空配列にすると「マウント時1回だけ」実行される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  useState vs useEffect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2つの違いを整理する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「値を覚える」フック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入力値 (searchTerm)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選択中カテゴリ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401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カート中の商品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お気に入りリスト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useEffect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「変化に反応する」フック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3774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16636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検索結果の更新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9077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localStorage への保存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4381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166360" y="3401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APIリクエスト送信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9684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1663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タブタイトルの変更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まとめ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コードの流れを全部つなぐ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型定義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product.ts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データの約束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37560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データ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products.ts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商品配列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172200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🧩  Component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11480" y="31546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209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Props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Container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→ Card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3154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3209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useState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検索/絞り込み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の値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0760" y="3154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080760" y="31546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172200" y="3209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useEffect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状態変化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に反応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D574-85F8-307D-39B7-1321ECA0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1EA3A7-0BAC-1434-798D-8EB871C0A8B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827BAB-C1AA-FC24-9838-069FF0C07644}"/>
              </a:ext>
            </a:extLst>
          </p:cNvPr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補足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5B21A0-9B17-487A-1068-A60CC043EF17}"/>
              </a:ext>
            </a:extLst>
          </p:cNvPr>
          <p:cNvSpPr/>
          <p:nvPr/>
        </p:nvSpPr>
        <p:spPr>
          <a:xfrm>
            <a:off x="-76875" y="793424"/>
            <a:ext cx="48916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D4F4A"/>
                </a:solidFill>
              </a:rPr>
              <a:t>「</a:t>
            </a:r>
            <a:r>
              <a:rPr lang="ja-JP" altLang="en-US" sz="2600" b="1">
                <a:solidFill>
                  <a:srgbClr val="0D4F4A"/>
                </a:solidFill>
              </a:rPr>
              <a:t>カードをクリックして詳細ページへ</a:t>
            </a:r>
            <a:r>
              <a:rPr lang="en-US" sz="2600" b="1" dirty="0">
                <a:solidFill>
                  <a:srgbClr val="0D4F4A"/>
                </a:solidFill>
              </a:rPr>
              <a:t>」</a:t>
            </a:r>
            <a:endParaRPr lang="en-US" sz="26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7373EE3-B212-FCB3-0637-6782B6CFEE64}"/>
              </a:ext>
            </a:extLst>
          </p:cNvPr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17 / 18</a:t>
            </a:r>
            <a:endParaRPr lang="en-US" sz="1000" dirty="0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1CF162F9-1DBC-2891-FA58-92D28002F718}"/>
              </a:ext>
            </a:extLst>
          </p:cNvPr>
          <p:cNvSpPr/>
          <p:nvPr/>
        </p:nvSpPr>
        <p:spPr>
          <a:xfrm>
            <a:off x="0" y="1431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F766E"/>
                </a:solidFill>
              </a:rPr>
              <a:t>動的URLの生成方法</a:t>
            </a:r>
            <a:endParaRPr lang="en-US" sz="1400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D1EBE23F-1F19-E46F-2777-BA26DC790E12}"/>
              </a:ext>
            </a:extLst>
          </p:cNvPr>
          <p:cNvSpPr/>
          <p:nvPr/>
        </p:nvSpPr>
        <p:spPr>
          <a:xfrm>
            <a:off x="4814762" y="521208"/>
            <a:ext cx="4206240" cy="4622292"/>
          </a:xfrm>
          <a:prstGeom prst="roundRect">
            <a:avLst>
              <a:gd name="adj" fmla="val 400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46885CDA-C5D7-FF56-2BC4-E31E11772823}"/>
              </a:ext>
            </a:extLst>
          </p:cNvPr>
          <p:cNvSpPr/>
          <p:nvPr/>
        </p:nvSpPr>
        <p:spPr>
          <a:xfrm>
            <a:off x="4814760" y="520156"/>
            <a:ext cx="4206241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182A1B00-B786-3660-38F0-CAFC54A7C13A}"/>
              </a:ext>
            </a:extLst>
          </p:cNvPr>
          <p:cNvSpPr/>
          <p:nvPr/>
        </p:nvSpPr>
        <p:spPr>
          <a:xfrm>
            <a:off x="4906201" y="5475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CD34D"/>
                </a:solidFill>
              </a:rPr>
              <a:t>動的URLの作り方</a:t>
            </a:r>
            <a:endParaRPr lang="en-US" sz="900" dirty="0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267BB85E-4218-B663-8B23-95FF6FC5E390}"/>
              </a:ext>
            </a:extLst>
          </p:cNvPr>
          <p:cNvSpPr/>
          <p:nvPr/>
        </p:nvSpPr>
        <p:spPr>
          <a:xfrm>
            <a:off x="4970210" y="793424"/>
            <a:ext cx="8183880" cy="442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/app/products/[id]/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8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8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notFound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from "next/navigation";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products } from "@/data/products";</a:t>
            </a:r>
          </a:p>
          <a:p>
            <a:endParaRPr lang="en-US" sz="8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Props = {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params: Promise&lt;{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string;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}&gt;;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  <a:p>
            <a:endParaRPr lang="en-US" sz="8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ProductDetailPage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params }: Props) {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await params;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↑ URL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の </a:t>
            </a:r>
            <a:r>
              <a:rPr lang="en-US" altLang="ja-JP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id] 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に入った値を取り出す</a:t>
            </a:r>
          </a:p>
          <a:p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altLang="ja-JP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例</a:t>
            </a:r>
            <a:r>
              <a:rPr lang="en-US" altLang="ja-JP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products/gadget-speaker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      → id = "gadget-speaker"</a:t>
            </a:r>
          </a:p>
          <a:p>
            <a:endParaRPr lang="en-US" sz="8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 = 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products.find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((product) =&gt; 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product.id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id);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↑ 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商品データの中から、</a:t>
            </a:r>
          </a:p>
          <a:p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altLang="ja-JP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の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と一致する商品を探す</a:t>
            </a:r>
          </a:p>
          <a:p>
            <a:endParaRPr lang="ja-JP" altLang="en-US" sz="80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(!product) {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notFound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↑ 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商品が見つからなかったら</a:t>
            </a:r>
            <a:r>
              <a:rPr lang="en-US" altLang="ja-JP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ページを表示</a:t>
            </a:r>
          </a:p>
          <a:p>
            <a:endParaRPr lang="ja-JP" altLang="en-US" sz="80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ja-JP" altLang="en-US" sz="8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&lt;h1&gt;{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product.name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}&lt;/h1&gt;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product.imageUrl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alt={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product.name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/&gt;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&lt;p&gt;¥{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product.price.toLocaleString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()}&lt;/p&gt;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</a:t>
            </a:r>
            <a:r>
              <a:rPr lang="en-US" sz="8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product.category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}&lt;/p&gt;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</a:p>
          <a:p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4F4D2ED-DC17-A83F-F8E5-388452E66A70}"/>
              </a:ext>
            </a:extLst>
          </p:cNvPr>
          <p:cNvSpPr/>
          <p:nvPr/>
        </p:nvSpPr>
        <p:spPr>
          <a:xfrm>
            <a:off x="122998" y="1742316"/>
            <a:ext cx="3383280" cy="328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0D4F4A"/>
                </a:solidFill>
              </a:rPr>
              <a:t>ディレクトリ構造</a:t>
            </a:r>
            <a:br>
              <a:rPr lang="en-US" sz="1400" dirty="0">
                <a:solidFill>
                  <a:srgbClr val="0D4F4A"/>
                </a:solidFill>
              </a:rPr>
            </a:br>
            <a:r>
              <a:rPr lang="en-US" sz="1400" dirty="0" err="1">
                <a:solidFill>
                  <a:srgbClr val="0D4F4A"/>
                </a:solidFill>
              </a:rPr>
              <a:t>src</a:t>
            </a:r>
            <a:r>
              <a:rPr lang="en-US" sz="1400" dirty="0">
                <a:solidFill>
                  <a:srgbClr val="0D4F4A"/>
                </a:solidFill>
              </a:rPr>
              <a:t>/app/</a:t>
            </a:r>
          </a:p>
          <a:p>
            <a:r>
              <a:rPr lang="en-US" sz="1400" dirty="0">
                <a:solidFill>
                  <a:srgbClr val="0D4F4A"/>
                </a:solidFill>
              </a:rPr>
              <a:t>  products/</a:t>
            </a:r>
          </a:p>
          <a:p>
            <a:r>
              <a:rPr lang="en-US" sz="1400" dirty="0">
                <a:solidFill>
                  <a:srgbClr val="0D4F4A"/>
                </a:solidFill>
              </a:rPr>
              <a:t>    [id]/</a:t>
            </a:r>
          </a:p>
          <a:p>
            <a:r>
              <a:rPr lang="en-US" sz="1400" dirty="0">
                <a:solidFill>
                  <a:srgbClr val="0D4F4A"/>
                </a:solidFill>
              </a:rPr>
              <a:t>      </a:t>
            </a:r>
            <a:r>
              <a:rPr lang="en-US" sz="1400" dirty="0" err="1">
                <a:solidFill>
                  <a:srgbClr val="0D4F4A"/>
                </a:solidFill>
              </a:rPr>
              <a:t>page.tsx</a:t>
            </a:r>
            <a:br>
              <a:rPr lang="en-US" sz="1400" dirty="0">
                <a:solidFill>
                  <a:srgbClr val="0D4F4A"/>
                </a:solidFill>
              </a:rPr>
            </a:br>
            <a:br>
              <a:rPr lang="en-US" sz="1400" dirty="0">
                <a:solidFill>
                  <a:srgbClr val="0D4F4A"/>
                </a:solidFill>
              </a:rPr>
            </a:br>
            <a:r>
              <a:rPr lang="en-US" sz="1400" dirty="0">
                <a:solidFill>
                  <a:srgbClr val="0D4F4A"/>
                </a:solidFill>
              </a:rPr>
              <a:t>[id] </a:t>
            </a:r>
            <a:r>
              <a:rPr lang="ja-JP" altLang="en-US" sz="1400">
                <a:solidFill>
                  <a:srgbClr val="0D4F4A"/>
                </a:solidFill>
              </a:rPr>
              <a:t>の部分が</a:t>
            </a:r>
            <a:r>
              <a:rPr lang="en-US" sz="1400" dirty="0">
                <a:solidFill>
                  <a:srgbClr val="0D4F4A"/>
                </a:solidFill>
              </a:rPr>
              <a:t>URL</a:t>
            </a:r>
            <a:r>
              <a:rPr lang="ja-JP" altLang="en-US" sz="1400">
                <a:solidFill>
                  <a:srgbClr val="0D4F4A"/>
                </a:solidFill>
              </a:rPr>
              <a:t>によって変わる</a:t>
            </a:r>
          </a:p>
          <a:p>
            <a:endParaRPr lang="ja-JP" altLang="en-US" sz="1400">
              <a:solidFill>
                <a:srgbClr val="0D4F4A"/>
              </a:solidFill>
            </a:endParaRPr>
          </a:p>
          <a:p>
            <a:r>
              <a:rPr lang="en-US" altLang="ja-JP" sz="1400" dirty="0">
                <a:solidFill>
                  <a:srgbClr val="0D4F4A"/>
                </a:solidFill>
              </a:rPr>
              <a:t>/</a:t>
            </a:r>
            <a:r>
              <a:rPr lang="en-US" sz="1400" dirty="0">
                <a:solidFill>
                  <a:srgbClr val="0D4F4A"/>
                </a:solidFill>
              </a:rPr>
              <a:t>products/gadget-speaker</a:t>
            </a:r>
          </a:p>
          <a:p>
            <a:r>
              <a:rPr lang="en-US" sz="1400" dirty="0">
                <a:solidFill>
                  <a:srgbClr val="0D4F4A"/>
                </a:solidFill>
              </a:rPr>
              <a:t>/products/desk-set</a:t>
            </a:r>
          </a:p>
          <a:p>
            <a:r>
              <a:rPr lang="en-US" sz="1400" dirty="0">
                <a:solidFill>
                  <a:srgbClr val="0D4F4A"/>
                </a:solidFill>
              </a:rPr>
              <a:t>/products/nature-poster</a:t>
            </a:r>
          </a:p>
          <a:p>
            <a:endParaRPr lang="en-US" sz="1400" dirty="0">
              <a:solidFill>
                <a:srgbClr val="0D4F4A"/>
              </a:solidFill>
            </a:endParaRPr>
          </a:p>
          <a:p>
            <a:endParaRPr lang="en-US" sz="1400" dirty="0">
              <a:solidFill>
                <a:srgbClr val="0D4F4A"/>
              </a:solidFill>
            </a:endParaRPr>
          </a:p>
          <a:p>
            <a:r>
              <a:rPr lang="en-US" sz="1400" dirty="0"/>
              <a:t>[id] = URL</a:t>
            </a:r>
            <a:r>
              <a:rPr lang="ja-JP" altLang="en-US" sz="1400"/>
              <a:t>から受け取る変数</a:t>
            </a:r>
          </a:p>
          <a:p>
            <a:r>
              <a:rPr lang="en-US" sz="1400" dirty="0" err="1"/>
              <a:t>params.id</a:t>
            </a:r>
            <a:r>
              <a:rPr lang="en-US" sz="1400" dirty="0"/>
              <a:t> = </a:t>
            </a:r>
            <a:r>
              <a:rPr lang="ja-JP" altLang="en-US" sz="1400"/>
              <a:t>実際に</a:t>
            </a:r>
            <a:r>
              <a:rPr lang="en-US" sz="1400" dirty="0"/>
              <a:t>URL</a:t>
            </a:r>
            <a:r>
              <a:rPr lang="ja-JP" altLang="en-US" sz="1400"/>
              <a:t>に入っていた値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653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ハンズオン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Phase 1 〜 8 を順番に進めよう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型とデータを育てる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product.ts, products.ts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937760" y="1527048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ProductCard を完成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13248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画像・カテゴリ・評価を表示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map で一覧表示確認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ProductList.tsx のmapを読む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67712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2377440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237744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useState を理解する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 の searchTerm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18104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22783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絞り込み機能を作る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filterProducts を実装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118104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937760" y="3227832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937760" y="322783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詳細ページを完成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products/[id]/page.tsx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68496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4078224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07822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2688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カートとお気に入り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2688" y="4352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 で追加・削除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968496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4937760" y="4078224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4937760" y="407822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13248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注文フォームの state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13248" y="4352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controlled component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4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766E">
              <a:alpha val="20000"/>
            </a:srgbClr>
          </a:solidFill>
          <a:ln w="12700">
            <a:solidFill>
              <a:srgbClr val="0F766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4B8A6"/>
                </a:solidFill>
              </a:rPr>
              <a:t>覚えること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この3つ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94360" y="20482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Component + Props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</a:rPr>
              <a:t>部品に分けてデータを流す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94360" y="29626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962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useState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</a:rPr>
              <a:t>値を覚えて、変えたら再描画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8770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877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useEffect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</a:rPr>
              <a:t>状態変化に反応して処理を走らせる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</a:rPr>
              <a:t>詰まったら complete ブランチで答え合わせ 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1615</Words>
  <Application>Microsoft Macintosh PowerPoint</Application>
  <PresentationFormat>画面に合わせる (16:9)</PresentationFormat>
  <Paragraphs>440</Paragraphs>
  <Slides>19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KCL Shop - フロントエンド入門</dc:title>
  <dc:subject>PptxGenJS Presentation</dc:subject>
  <dc:creator>PptxGenJS</dc:creator>
  <cp:lastModifiedBy>KAKIUCHI Hinata</cp:lastModifiedBy>
  <cp:revision>4</cp:revision>
  <cp:lastPrinted>2026-06-13T03:09:44Z</cp:lastPrinted>
  <dcterms:created xsi:type="dcterms:W3CDTF">2026-06-12T06:37:51Z</dcterms:created>
  <dcterms:modified xsi:type="dcterms:W3CDTF">2026-06-13T04:11:47Z</dcterms:modified>
</cp:coreProperties>
</file>